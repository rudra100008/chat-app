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handoutMasterIdLst>
    <p:handoutMasterId r:id="rId17"/>
  </p:handout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9144000" cy="5143500" type="screen16x9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30" autoAdjust="0"/>
    <p:restoredTop sz="94648" autoAdjust="0"/>
  </p:normalViewPr>
  <p:slideViewPr>
    <p:cSldViewPr>
      <p:cViewPr varScale="1">
        <p:scale>
          <a:sx n="96" d="100"/>
          <a:sy n="96" d="100"/>
        </p:scale>
        <p:origin x="630" y="90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C8CF73F-8F11-4F22-BE72-5F631647C651}" type="datetimeFigureOut">
              <a:rPr lang="en-US" smtClean="0"/>
              <a:t>7/9/2025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C82968-58EC-49EB-9D3F-63766A9887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287494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08720A8-574D-4F18-A0B0-16AA287CFF67}" type="datetimeFigureOut">
              <a:rPr lang="en-US" smtClean="0"/>
              <a:t>7/9/2025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CC7F790-5E88-4A0B-9C66-10A4C8DD6C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1288902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C7F790-5E88-4A0B-9C66-10A4C8DD6C4A}" type="slidenum">
              <a:rPr lang="en-US" smtClean="0"/>
              <a:t>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69447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20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4B49B-BE2D-48A7-8483-D36A586DDB0C}" type="datetime1">
              <a:rPr lang="en-US" smtClean="0"/>
              <a:t>7/9/2025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ICT, Cosmos College of Management and Technology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594686-EA6A-4A30-836A-59B2DA57F3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87742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C51F80-A65D-4FA6-8709-DDCE552A6A2F}" type="datetime1">
              <a:rPr lang="en-US" smtClean="0"/>
              <a:t>7/9/2025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ICT, Cosmos College of Management and Technology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594686-EA6A-4A30-836A-59B2DA57F37C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0" y="114300"/>
            <a:ext cx="9144000" cy="1028700"/>
          </a:xfrm>
          <a:solidFill>
            <a:schemeClr val="bg1">
              <a:lumMod val="95000"/>
              <a:alpha val="59000"/>
            </a:schemeClr>
          </a:solidFill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5349678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E0B620-AABB-4DC0-B407-F65006D8FFC6}" type="datetime1">
              <a:rPr lang="en-US" smtClean="0"/>
              <a:t>7/9/2025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ICT, Cosmos College of Management and Technology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594686-EA6A-4A30-836A-59B2DA57F3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89065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EE3585-9BD5-4253-8533-05EB83C6178A}" type="datetime1">
              <a:rPr lang="en-US" smtClean="0"/>
              <a:t>7/9/2025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ICT, Cosmos College of Management and Technology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594686-EA6A-4A30-836A-59B2DA57F3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76307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8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8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8C62A2-37A8-44D1-88C5-084F170B1CC6}" type="datetime1">
              <a:rPr lang="en-US" smtClean="0"/>
              <a:t>7/9/2025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ICT, Cosmos College of Management and Technology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594686-EA6A-4A30-836A-59B2DA57F3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0059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7DA199-0C3D-40CB-98D4-C9D13C84932C}" type="datetime1">
              <a:rPr lang="en-US" smtClean="0"/>
              <a:t>7/9/2025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ICT, Cosmos College of Management and Technology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594686-EA6A-4A30-836A-59B2DA57F3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71340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85B36C-DD51-4D95-894B-1AE6760AB8FB}" type="datetime1">
              <a:rPr lang="en-US" smtClean="0"/>
              <a:t>7/9/2025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ICT, Cosmos College of Management and Technology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594686-EA6A-4A30-836A-59B2DA57F3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93243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3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9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3" y="1076327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8F9F90-23D9-495F-A1E7-C801CE476D16}" type="datetime1">
              <a:rPr lang="en-US" smtClean="0"/>
              <a:t>7/9/2025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ICT, Cosmos College of Management and Technology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594686-EA6A-4A30-836A-59B2DA57F3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75299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1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4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EBBC5D-C865-4402-8137-E949FE7B4E54}" type="datetime1">
              <a:rPr lang="en-US" smtClean="0"/>
              <a:t>7/9/2025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ICT, Cosmos College of Management and Technology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594686-EA6A-4A30-836A-59B2DA57F3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22340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A7DBF9-2A13-4CCC-9C65-F76D810A0230}" type="datetime1">
              <a:rPr lang="en-US" smtClean="0"/>
              <a:t>7/9/2025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ICT, Cosmos College of Management and Technology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594686-EA6A-4A30-836A-59B2DA57F3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12388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80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80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C687C8-ACDD-4D91-B533-448059460A75}" type="datetime1">
              <a:rPr lang="en-US" smtClean="0"/>
              <a:t>7/9/2025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ICT, Cosmos College of Management and Technology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594686-EA6A-4A30-836A-59B2DA57F3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87335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AB021C5-8349-4975-BE4F-D276CED6564D}" type="datetime1">
              <a:rPr lang="en-US" smtClean="0"/>
              <a:t>7/9/2025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76200" y="4767264"/>
            <a:ext cx="8763000" cy="273844"/>
          </a:xfrm>
          <a:prstGeom prst="rect">
            <a:avLst/>
          </a:prstGeom>
          <a:solidFill>
            <a:schemeClr val="tx2"/>
          </a:solidFill>
        </p:spPr>
        <p:txBody>
          <a:bodyPr vert="horz" lIns="91440" tIns="45720" rIns="91440" bIns="45720" rtlCol="0" anchor="ctr"/>
          <a:lstStyle>
            <a:lvl1pPr algn="ctr">
              <a:defRPr sz="140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Department of ICT, Cosmos College of Management and Technology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3594686-EA6A-4A30-836A-59B2DA57F37C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" y="285750"/>
            <a:ext cx="914400" cy="68580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54158" y="178595"/>
            <a:ext cx="1200150" cy="9001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76996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9394"/>
            <a:ext cx="9144000" cy="86928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878676"/>
            <a:ext cx="9144000" cy="492924"/>
          </a:xfrm>
          <a:solidFill>
            <a:schemeClr val="bg1">
              <a:lumMod val="95000"/>
            </a:schemeClr>
          </a:solidFill>
        </p:spPr>
        <p:txBody>
          <a:bodyPr>
            <a:normAutofit fontScale="90000"/>
          </a:bodyPr>
          <a:lstStyle/>
          <a:p>
            <a:r>
              <a:rPr lang="en-US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ICT</a:t>
            </a:r>
          </a:p>
        </p:txBody>
      </p:sp>
      <p:sp>
        <p:nvSpPr>
          <p:cNvPr id="12" name="Footer Placeholder 11"/>
          <p:cNvSpPr>
            <a:spLocks noGrp="1"/>
          </p:cNvSpPr>
          <p:nvPr>
            <p:ph type="ftr" sz="quarter" idx="11"/>
          </p:nvPr>
        </p:nvSpPr>
        <p:spPr>
          <a:xfrm>
            <a:off x="3" y="4841474"/>
            <a:ext cx="9127299" cy="273844"/>
          </a:xfrm>
          <a:solidFill>
            <a:schemeClr val="tx2"/>
          </a:solidFill>
        </p:spPr>
        <p:txBody>
          <a:bodyPr/>
          <a:lstStyle/>
          <a:p>
            <a:r>
              <a:rPr lang="en-US" sz="1600" b="1" dirty="0">
                <a:solidFill>
                  <a:schemeClr val="bg1"/>
                </a:solidFill>
              </a:rPr>
              <a:t>Department of ICT, Cosmos College of Management and Technology</a:t>
            </a:r>
          </a:p>
        </p:txBody>
      </p:sp>
      <p:sp>
        <p:nvSpPr>
          <p:cNvPr id="16" name="Slide Number Placeholder 1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594686-EA6A-4A30-836A-59B2DA57F37C}" type="slidenum">
              <a:rPr lang="en-US" smtClean="0"/>
              <a:t>1</a:t>
            </a:fld>
            <a:endParaRPr lang="en-US"/>
          </a:p>
        </p:txBody>
      </p:sp>
      <p:pic>
        <p:nvPicPr>
          <p:cNvPr id="1026" name="Picture 2" descr="C:\Users\Lenovo\Desktop\Cosmos CP\ccmt1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81200" y="9394"/>
            <a:ext cx="4876800" cy="8692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/>
          <p:cNvSpPr txBox="1"/>
          <p:nvPr/>
        </p:nvSpPr>
        <p:spPr>
          <a:xfrm>
            <a:off x="152400" y="1461701"/>
            <a:ext cx="62870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project(1/minor/major)/proposal/mid-term/final defense on</a:t>
            </a:r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</p:txBody>
      </p:sp>
      <p:sp>
        <p:nvSpPr>
          <p:cNvPr id="7" name="Rectangle 6"/>
          <p:cNvSpPr/>
          <p:nvPr/>
        </p:nvSpPr>
        <p:spPr>
          <a:xfrm>
            <a:off x="304800" y="1885950"/>
            <a:ext cx="8458200" cy="57150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tx1"/>
                </a:solidFill>
              </a:rPr>
              <a:t>“Project Topic”</a:t>
            </a: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57997" y="157646"/>
            <a:ext cx="1371600" cy="1028700"/>
          </a:xfrm>
          <a:prstGeom prst="rect">
            <a:avLst/>
          </a:prstGeom>
        </p:spPr>
      </p:pic>
      <p:sp>
        <p:nvSpPr>
          <p:cNvPr id="11" name="Rectangle 3"/>
          <p:cNvSpPr>
            <a:spLocks noChangeArrowheads="1"/>
          </p:cNvSpPr>
          <p:nvPr/>
        </p:nvSpPr>
        <p:spPr bwMode="gray">
          <a:xfrm>
            <a:off x="152404" y="3108949"/>
            <a:ext cx="3428999" cy="13357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>
              <a:lnSpc>
                <a:spcPct val="90000"/>
              </a:lnSpc>
              <a:spcAft>
                <a:spcPts val="600"/>
              </a:spcAft>
              <a:buClr>
                <a:schemeClr val="tx2"/>
              </a:buClr>
              <a:defRPr/>
            </a:pPr>
            <a:r>
              <a:rPr lang="en-US" altLang="en-US" sz="24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Members:</a:t>
            </a:r>
          </a:p>
          <a:p>
            <a:pPr algn="ctr">
              <a:lnSpc>
                <a:spcPct val="90000"/>
              </a:lnSpc>
              <a:buClr>
                <a:schemeClr val="tx2"/>
              </a:buClr>
              <a:defRPr/>
            </a:pPr>
            <a:r>
              <a:rPr lang="en-US" altLang="en-US" sz="20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Name	Roll</a:t>
            </a:r>
          </a:p>
          <a:p>
            <a:pPr algn="ctr">
              <a:lnSpc>
                <a:spcPct val="90000"/>
              </a:lnSpc>
              <a:buClr>
                <a:schemeClr val="tx2"/>
              </a:buClr>
              <a:defRPr/>
            </a:pPr>
            <a:r>
              <a:rPr lang="en-US" altLang="en-US" sz="20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Name	Roll</a:t>
            </a:r>
          </a:p>
          <a:p>
            <a:pPr algn="ctr">
              <a:lnSpc>
                <a:spcPct val="90000"/>
              </a:lnSpc>
              <a:buClr>
                <a:schemeClr val="tx2"/>
              </a:buClr>
              <a:defRPr/>
            </a:pPr>
            <a:r>
              <a:rPr lang="en-US" altLang="en-US" sz="20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Name	Roll</a:t>
            </a:r>
          </a:p>
          <a:p>
            <a:pPr algn="ctr">
              <a:lnSpc>
                <a:spcPct val="90000"/>
              </a:lnSpc>
              <a:buClr>
                <a:schemeClr val="tx2"/>
              </a:buClr>
              <a:defRPr/>
            </a:pPr>
            <a:r>
              <a:rPr lang="en-US" altLang="en-US" sz="20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Name	Roll</a:t>
            </a:r>
          </a:p>
          <a:p>
            <a:pPr>
              <a:lnSpc>
                <a:spcPct val="90000"/>
              </a:lnSpc>
              <a:buClr>
                <a:schemeClr val="tx2"/>
              </a:buClr>
              <a:defRPr/>
            </a:pPr>
            <a:endParaRPr lang="en-US" altLang="en-US" sz="2000" b="1" dirty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Rectangle 3"/>
          <p:cNvSpPr>
            <a:spLocks noChangeArrowheads="1"/>
          </p:cNvSpPr>
          <p:nvPr/>
        </p:nvSpPr>
        <p:spPr bwMode="gray">
          <a:xfrm>
            <a:off x="5486403" y="3108949"/>
            <a:ext cx="3428999" cy="13357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>
              <a:lnSpc>
                <a:spcPct val="90000"/>
              </a:lnSpc>
              <a:spcAft>
                <a:spcPts val="600"/>
              </a:spcAft>
              <a:buClr>
                <a:schemeClr val="tx2"/>
              </a:buClr>
              <a:defRPr/>
            </a:pPr>
            <a:r>
              <a:rPr lang="en-US" altLang="en-US" sz="24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Submitted to:</a:t>
            </a:r>
          </a:p>
          <a:p>
            <a:pPr algn="ctr">
              <a:lnSpc>
                <a:spcPct val="90000"/>
              </a:lnSpc>
              <a:buClr>
                <a:schemeClr val="tx2"/>
              </a:buClr>
              <a:defRPr/>
            </a:pPr>
            <a:r>
              <a:rPr lang="en-US" altLang="en-US" sz="20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ICT</a:t>
            </a:r>
          </a:p>
          <a:p>
            <a:pPr algn="ctr">
              <a:lnSpc>
                <a:spcPct val="90000"/>
              </a:lnSpc>
              <a:buClr>
                <a:schemeClr val="tx2"/>
              </a:buClr>
              <a:defRPr/>
            </a:pPr>
            <a:r>
              <a:rPr lang="en-US" altLang="en-US" sz="20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Cosmos College of Management and Technology 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93574" y="4451002"/>
            <a:ext cx="315685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Date :  28</a:t>
            </a:r>
            <a:r>
              <a:rPr lang="en-US" sz="2000" b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March, 2023</a:t>
            </a:r>
          </a:p>
        </p:txBody>
      </p:sp>
    </p:spTree>
    <p:extLst>
      <p:ext uri="{BB962C8B-B14F-4D97-AF65-F5344CB8AC3E}">
        <p14:creationId xmlns:p14="http://schemas.microsoft.com/office/powerpoint/2010/main" val="23379191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l">
              <a:buNone/>
            </a:pPr>
            <a:br>
              <a:rPr lang="en-US" sz="1200" dirty="0"/>
            </a:br>
            <a:r>
              <a:rPr lang="en-US" sz="1200" b="0" i="0" dirty="0">
                <a:effectLst/>
                <a:latin typeface="Roboto" panose="020B0604020202020204" pitchFamily="2" charset="0"/>
              </a:rPr>
              <a:t>Guidelines for making proposal presentation slides: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1200" b="0" i="0" dirty="0">
                <a:effectLst/>
                <a:latin typeface="Roboto" panose="020B0604020202020204" pitchFamily="2" charset="0"/>
              </a:rPr>
              <a:t>Include introduction, problem statement, objective, proposed methodology, expected output and project time schedule in short and interactive way.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1200" b="0" i="0" dirty="0">
                <a:effectLst/>
                <a:latin typeface="Roboto" panose="020B0604020202020204" pitchFamily="2" charset="0"/>
              </a:rPr>
              <a:t>Do not make big paragraphs in presentation slides.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1200" b="0" i="0" dirty="0">
                <a:effectLst/>
                <a:latin typeface="Roboto" panose="020B0604020202020204" pitchFamily="2" charset="0"/>
              </a:rPr>
              <a:t>Try explaining graphically rather than through texts and paragraphs.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1200" b="0" i="0" dirty="0">
                <a:effectLst/>
                <a:latin typeface="Roboto" panose="020B0604020202020204" pitchFamily="2" charset="0"/>
              </a:rPr>
              <a:t>Make the fonts clear in size, don't make too small texts, include figures.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1200" b="0" i="0" dirty="0">
                <a:effectLst/>
                <a:latin typeface="Roboto" panose="020B0604020202020204" pitchFamily="2" charset="0"/>
              </a:rPr>
              <a:t>follow the given format.</a:t>
            </a:r>
          </a:p>
          <a:p>
            <a:endParaRPr lang="en-US" sz="1200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ICT, Cosmos College of Management and Technology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594686-EA6A-4A30-836A-59B2DA57F37C}" type="slidenum">
              <a:rPr lang="en-US" smtClean="0"/>
              <a:t>2</a:t>
            </a:fld>
            <a:endParaRPr lang="en-US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09297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ICT, Cosmos College of Management and Technology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594686-EA6A-4A30-836A-59B2DA57F37C}" type="slidenum">
              <a:rPr lang="en-US" smtClean="0"/>
              <a:t>3</a:t>
            </a:fld>
            <a:endParaRPr lang="en-US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98825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ICT, Cosmos College of Management and Technology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594686-EA6A-4A30-836A-59B2DA57F37C}" type="slidenum">
              <a:rPr lang="en-US" smtClean="0"/>
              <a:t>4</a:t>
            </a:fld>
            <a:endParaRPr lang="en-US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04562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ICT, Cosmos College of Management and Technology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594686-EA6A-4A30-836A-59B2DA57F37C}" type="slidenum">
              <a:rPr lang="en-US" smtClean="0"/>
              <a:t>5</a:t>
            </a:fld>
            <a:endParaRPr lang="en-US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0684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ICT, Cosmos College of Management and Technology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594686-EA6A-4A30-836A-59B2DA57F37C}" type="slidenum">
              <a:rPr lang="en-US" smtClean="0"/>
              <a:t>6</a:t>
            </a:fld>
            <a:endParaRPr lang="en-US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86204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ICT, Cosmos College of Management and Technology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594686-EA6A-4A30-836A-59B2DA57F37C}" type="slidenum">
              <a:rPr lang="en-US" smtClean="0"/>
              <a:t>7</a:t>
            </a:fld>
            <a:endParaRPr lang="en-US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52071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ICT, Cosmos College of Management and Technology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594686-EA6A-4A30-836A-59B2DA57F37C}" type="slidenum">
              <a:rPr lang="en-US" smtClean="0"/>
              <a:t>8</a:t>
            </a:fld>
            <a:endParaRPr lang="en-US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74162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ICT, Cosmos College of Management and Technology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594686-EA6A-4A30-836A-59B2DA57F37C}" type="slidenum">
              <a:rPr lang="en-US" smtClean="0"/>
              <a:t>9</a:t>
            </a:fld>
            <a:endParaRPr lang="en-US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508619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ICT, Cosmos College of Management and Technology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594686-EA6A-4A30-836A-59B2DA57F37C}" type="slidenum">
              <a:rPr lang="en-US" smtClean="0"/>
              <a:t>10</a:t>
            </a:fld>
            <a:endParaRPr lang="en-US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36583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ICT, Cosmos College of Management and Technology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594686-EA6A-4A30-836A-59B2DA57F37C}" type="slidenum">
              <a:rPr lang="en-US" smtClean="0"/>
              <a:t>11</a:t>
            </a:fld>
            <a:endParaRPr lang="en-US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524089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ICT, Cosmos College of Management and Technology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594686-EA6A-4A30-836A-59B2DA57F37C}" type="slidenum">
              <a:rPr lang="en-US" smtClean="0"/>
              <a:t>12</a:t>
            </a:fld>
            <a:endParaRPr lang="en-US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068769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ICT, Cosmos College of Management and Technology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594686-EA6A-4A30-836A-59B2DA57F37C}" type="slidenum">
              <a:rPr lang="en-US" smtClean="0"/>
              <a:t>13</a:t>
            </a:fld>
            <a:endParaRPr lang="en-US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478750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ICT, Cosmos College of Management and Technology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594686-EA6A-4A30-836A-59B2DA57F37C}" type="slidenum">
              <a:rPr lang="en-US" smtClean="0"/>
              <a:t>14</a:t>
            </a:fld>
            <a:endParaRPr lang="en-US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>
            <a:off x="0" y="1657350"/>
            <a:ext cx="9144000" cy="211455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0" b="1" dirty="0">
                <a:solidFill>
                  <a:schemeClr val="accent3">
                    <a:lumMod val="50000"/>
                  </a:schemeClr>
                </a:solidFill>
              </a:rPr>
              <a:t>Thank You!</a:t>
            </a:r>
          </a:p>
        </p:txBody>
      </p:sp>
    </p:spTree>
    <p:extLst>
      <p:ext uri="{BB962C8B-B14F-4D97-AF65-F5344CB8AC3E}">
        <p14:creationId xmlns:p14="http://schemas.microsoft.com/office/powerpoint/2010/main" val="23528341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177</TotalTime>
  <Words>286</Words>
  <Application>Microsoft Office PowerPoint</Application>
  <PresentationFormat>On-screen Show (16:9)</PresentationFormat>
  <Paragraphs>48</Paragraphs>
  <Slides>14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Arial</vt:lpstr>
      <vt:lpstr>Calibri</vt:lpstr>
      <vt:lpstr>Roboto</vt:lpstr>
      <vt:lpstr>Times New Roman</vt:lpstr>
      <vt:lpstr>Office Theme</vt:lpstr>
      <vt:lpstr>Department of ICT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Lenovo</dc:creator>
  <cp:lastModifiedBy>Ashum Bhuju Shrestha</cp:lastModifiedBy>
  <cp:revision>11</cp:revision>
  <dcterms:created xsi:type="dcterms:W3CDTF">2023-05-13T12:37:34Z</dcterms:created>
  <dcterms:modified xsi:type="dcterms:W3CDTF">2025-07-09T10:37:22Z</dcterms:modified>
</cp:coreProperties>
</file>